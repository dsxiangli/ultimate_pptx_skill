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世纪华通(002602)投资分析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生成时间: 2026-03-30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财务亮点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2024年营收预计300亿元</a:t>
            </a:r>
          </a:p>
          <a:p>
            <a:r>
              <a:t>• 净利润预计55亿元</a:t>
            </a:r>
          </a:p>
          <a:p>
            <a:r>
              <a:t>• 毛利率提升至66%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AI算力业务成为新增长引擎</a:t>
            </a:r>
          </a:p>
          <a:p>
            <a:r>
              <a:t>• 游戏出海带来增量空间</a:t>
            </a:r>
          </a:p>
          <a:p>
            <a:r>
              <a:t>• 目标价区间7-9元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